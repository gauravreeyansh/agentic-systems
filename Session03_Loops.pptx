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y8guI4irPIA8ZzLWiCaTKqbZK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0C7C69-F10F-4DED-BAE4-02C124059520}">
  <a:tblStyle styleId="{1D0C7C69-F10F-4DED-BAE4-02C1240595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Loops in Python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03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572000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Understand loops for repeated execution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Write while loops for condition-based repetition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Write for loops to iterate over sequences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Control loops using break and continue statements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Write nested loops for multi-level iteration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Loops Are Needed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731520" y="1463040"/>
            <a:ext cx="50292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Scale &amp; Length — Ten or ten million steps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use the same few lines of code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Unknown Counts — Repeat until something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happens (valid password, correct guess)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Consistency — Same logic every time;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fix it in one place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is Iteration?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Executing a block of code repeatedly, usually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something changing each time (a counter,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next item in a list, or user input).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While Loops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Repeat while a condition is True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Power of Repetition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Without loops: print("Hello") 100 times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loops: Write it once, loop 100 times!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Real-World Analogy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731520" y="3749039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"While the laundry is wet, keep drying"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"While there are dirty dishes, keep washing"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"While the light is red, wait"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Syntax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400800" y="210312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condition: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Code to repeat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Must eventually make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condition False!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400800" y="43891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Condition is checked BEFORE each iteration.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If False initially, body never executes.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While Loop — Count to 5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31520" y="146304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&lt;= 5: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1 2 3 4 5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Step-by-Step Execution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count = 1  →  1 &lt;= 5 is True  →  print 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count = 2  →  2 &lt;= 5 is True  →  print 2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count = 3  →  3 &lt;= 5 is True  →  print 3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count = 4  →  4 &lt;= 5 is True  →  print 4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count = 5  →  5 &lt;= 5 is True  →  print 5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count = 6  →  6 &lt;= 5 is False →  EXIT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While Loop — Input Validation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78425" y="1463050"/>
            <a:ext cx="7449000" cy="31425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password = ""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len(password) &lt; 8: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password = input("Enter passwor</a:t>
            </a: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(min 8 chars): 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print("Password accepted!")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7839300" y="1463050"/>
            <a:ext cx="42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7839300" y="2103129"/>
            <a:ext cx="4237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Start with empty string (len = 0)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0 &lt; 8 is True → ask for input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If user types "hi" (len 2) → still &lt; 8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Loop continues asking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User types "mypassword" (len 10)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10 &lt; 8 is False → loop exits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Infinite Loops — Watch Out!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BAD — Infinite loop!</a:t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73152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&lt;= 5: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Forgot to increment!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Runs forever!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CORRECT — Loop terminates</a:t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40080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1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&lt;= 5: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  # Makes condition false          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731520" y="438912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Remember!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If the condition never becomes False, the loop runs forever! Always ensure your loop has a way to terminate.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Real-World App — Number Guessing Game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100350" y="1463050"/>
            <a:ext cx="6891600" cy="4670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secret = 42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guess = 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guess != secret: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guess = int(input("Guess the number: "))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guess &lt; secret: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print("Too low!")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elif guess &gt; secret: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print("Too high!")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print("Correct!")</a:t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7297355" y="1463040"/>
            <a:ext cx="48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7297355" y="2103120"/>
            <a:ext cx="48462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guess starts at 0, so 0 != 42 is True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User enters a guess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If too low → hint "Too low!"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If too high → hint "Too high!"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When guess == 42, condition is False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Loop exits → "Correct!"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Loops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Iterate over sequences — lists, strings, ranges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For Loops?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Problem with while: manual counter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management, index tracking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 loop solution: "For each item in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this collection, do something"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Natural, readable, Pythonic!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731520" y="3657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Real-World Analogy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"For each student, mark attendance"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"For each email, check if spam"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"For each item in cart, calculate price"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Syntax</a:t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6400800" y="210312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item in sequence: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Code using item</a:t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6400800" y="393192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No Counter Needed!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Unlike while loops, for loops automatically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get the next value from the sequence.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 manual index tracking required.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For Loop — Iterating Strings &amp; Lists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Iterate over a String</a:t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731525" y="1920251"/>
            <a:ext cx="5234400" cy="24399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letter in name: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print(letter)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A l i c 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(each on new line)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731520" y="4663440"/>
            <a:ext cx="10515600" cy="11887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item variable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"letter" and "fruit" are just variable names — Python assigns the next value from the sequence to this variable automatically on each iteration.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For Loop vs While Loop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For Loop — known iterations</a:t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731520" y="19202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0 1 2 3 4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While Loop — condition-based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640080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 5: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0 1 2 3 4</a:t>
            </a:r>
            <a:endParaRPr/>
          </a:p>
        </p:txBody>
      </p:sp>
      <p:graphicFrame>
        <p:nvGraphicFramePr>
          <p:cNvPr id="188" name="Google Shape;188;p15"/>
          <p:cNvGraphicFramePr/>
          <p:nvPr/>
        </p:nvGraphicFramePr>
        <p:xfrm>
          <a:off x="731520" y="4389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{1D0C7C69-F10F-4DED-BAE4-02C124059520}</a:tableStyleId>
              </a:tblPr>
              <a:tblGrid>
                <a:gridCol w="3505200"/>
                <a:gridCol w="3505200"/>
                <a:gridCol w="35052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1E1E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Loop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While Loop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Known sequences / collections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 count / condition-based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(you manage it)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range() Function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Generate numeric sequences efficiently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range() — Lazy Number Generation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Generates numbers on-demand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Does NOT create a list in memory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Like a ticket dispenser — prints next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ticket only when you press the button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Can handle billions without running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out of memory!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Three Forms</a:t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6400800" y="2103127"/>
            <a:ext cx="5296800" cy="2981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range(stop)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# 0 to stop-1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range(start, stop)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# start to stop-1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range(start, stop, step)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# start to stop-1, by step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range() — Examples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range(stop)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731520" y="1828800"/>
            <a:ext cx="32004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0 1 2 3 4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4389120" y="13716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range(start, stop)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4389120" y="1828800"/>
            <a:ext cx="338328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range(2, 7):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2 3 4 5 6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range(start, stop, step)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8229600" y="1828800"/>
            <a:ext cx="3880500" cy="1645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range(0, 10, 2):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0 2 4 6 8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Counting Down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731520" y="429768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range(5, 0, -1):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5 4 3 2 1  (countdown!)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6356200" y="4297675"/>
            <a:ext cx="5029200" cy="16458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Remember!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range() stops BEFORE the end value!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range(5) → 0,1,2,3,4 (not 5)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range(2,7) → 2,3,4,5,6 (not 7)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range() — Real-World Applications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Multiplication Table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602175" y="1897925"/>
            <a:ext cx="7560600" cy="2011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 =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 11):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print(f"{num} x {i} = {num * i}")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range() Key Takeaways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Generates numbers (not a list) • Stops before end • Default start=0, step=1 • Use negative step to count down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break Statement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Exit a loop early when you're done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break?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Search — Stop when the item is found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Validation — Stop on first error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User quit — Stop when user says quit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Efficiency — Don't process what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you don't need!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Real-World Analogy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31520" y="466344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Keys found → stop checking pockets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Answer found → stop reading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Alarm sounds → stop and evacuate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6400800" y="2103120"/>
            <a:ext cx="5029200" cy="146304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condition: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some_condition: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  # Exit immediately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400800" y="3840480"/>
            <a:ext cx="5029200" cy="146304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item in sequence: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some_condition: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  # Exit immediately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break in For Loops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Stop at a Value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457200" y="1920252"/>
            <a:ext cx="5303400" cy="2718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[1,2,3,4,5,6,7,8,9,10]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num in numbers: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num == 6: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  # Stop at 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print(num)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1 2 3 4 5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731520" y="484632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Key Point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break exits only the CURRENT (innermost) loop. In nested loops, it only breaks out of the inner loop.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continue Statement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Skip this iteration, keep the loop running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continue — Skip &amp; Continue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Skips rest of current iteration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Jumps to next iteration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Loop keeps running (unlike break)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Skip Even Numbers (while)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731520" y="338328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 10: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count % 2 == 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continue  # Skip evens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1 3 5 7 9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Real-World Analogy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Defective item on line → skip it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Boring chapter → skip to next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Song you dislike → skip, playlist continues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break vs continue — Side by Side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continue — Skips one iteration</a:t>
            </a: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731520" y="192024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 10: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count == 5: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continue  # Skips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1 2 3 4 6 7 8 9 10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break — Exits the loop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6400800" y="192024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 10: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count == 5: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  # Stops at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print(count)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1 2 3 4</a:t>
            </a:r>
            <a:endParaRPr/>
          </a:p>
        </p:txBody>
      </p:sp>
      <p:graphicFrame>
        <p:nvGraphicFramePr>
          <p:cNvPr id="278" name="Google Shape;278;p27"/>
          <p:cNvGraphicFramePr/>
          <p:nvPr/>
        </p:nvGraphicFramePr>
        <p:xfrm>
          <a:off x="731520" y="4846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{1D0C7C69-F10F-4DED-BAE4-02C124059520}</a:tableStyleId>
              </a:tblPr>
              <a:tblGrid>
                <a:gridCol w="3505200"/>
                <a:gridCol w="3505200"/>
                <a:gridCol w="35052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1E1E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break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Exits the entire loop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Skips current iteration only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Loop after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Stops completely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Continues with next iteration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For Loop — Real-World Applications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Validate All Inputs</a:t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731525" y="1920252"/>
            <a:ext cx="5435100" cy="3566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all_passing =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score in scores: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score &lt; 60: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all_passing =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all_passing: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print("Everyone passed!")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Nested Loops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Multi-dimensional iteration — grids, tables, combinations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Nested Loops — A Loop Inside a Loop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Inner loop runs completely for EACH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outer iteration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Total iterations = outer × inner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Like reading a book: for each chapter,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read ALL pages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31520" y="3383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Example</a:t>
            </a: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731520" y="384048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range(3):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for j in range(2):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print(f"i={i}, j={j}")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i=0,j=0  i=0,j=1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i=1,j=0  i=1,j=1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i=2,j=0  i=2,j=1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640080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outer in outer_sequence: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for inner in inner_sequence: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# Runs for each combo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Nested Loop Patterns</a:t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Rectangle of Stars</a:t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731525" y="1828800"/>
            <a:ext cx="4052400" cy="33453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row in range(3):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for col in range(5):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print("*", end="")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*****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*****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*****</a:t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6530145" y="1480925"/>
            <a:ext cx="33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Right Triangle</a:t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6345025" y="1938125"/>
            <a:ext cx="4549800" cy="33453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 6):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for j in range(i):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print("*", end="")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***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****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*****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631170" y="5392745"/>
            <a:ext cx="10515600" cy="1188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Nested Loop Key Takeaways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Inner completes fully per outer iteration • Total = outer × inner • Use for grids, tables, combinations • break only exits innermost loop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